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中央—地方财政转移支付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13716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基于多源部委数据的综合定量研究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人工智能与计算思维 · 2026年春季学期大作业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单人完成  |  Python + ECharts  |  Claude Code 协作开发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问题提出：中央转移支付的分配效果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约10万亿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2024年转移支付总额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约47%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占地方财政支出比重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31省 × 7年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面板数据规模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核心研究问题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中央转移支付是否有效缩小了地区间财力差距？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哪些省份对中央转移支付的依赖程度最高？背后的经济与财政因素是什么？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转移支付的分配是否与经济发展水平、人口结构等指标匹配？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438912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AI协作：从8个候选选题中评估匹配度，结合政府管理专业背景推荐转移支付方向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研究方法：数据、指标与分析框架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国家统计局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3441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GDP、常住人口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EPS数据平台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385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938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财政收入、财政支出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EPS数据平台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32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财政部预算司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中央转移支付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决算表手工整理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六项核心指标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转移支付依赖度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转移支付 ÷ 财政支出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746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人均转移支付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746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转移支付 ÷ 常住人口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167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财政自给率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167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财政收入 ÷ 财政支出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587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人均GDP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587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 ÷ 人口（经济基准）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008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经济匹配指数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0083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人均转移支付 ÷ 人均GDP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429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转移支付增速 − GDP增速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分析框架：描述性统计 → 分组对比（三类省份）→ 统计检验（Pearson r / Spearman ρ / ANOVA）→ 政策启示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448056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AI协作：输出指标体系设计 + 四阶段流水线架构（采集→处理→可视化→报告）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结果①：转移支付依赖度的地区分布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68680"/>
            <a:ext cx="4572000" cy="30175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68680"/>
            <a:ext cx="4297680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06908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069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西藏依赖度 88.0%  vs  上海 9.6%  ·  极差 78.4 个百分点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4069080"/>
            <a:ext cx="411480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4069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整体呈东低西高格局  高依赖省份集中在西部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466344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1" name="Text 7"/>
          <p:cNvSpPr/>
          <p:nvPr/>
        </p:nvSpPr>
        <p:spPr>
          <a:xfrm>
            <a:off x="512064" y="466344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AI协作：geopandas choropleth 地图 + 红蓝双色时序变化量（较上年差额，百分点）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结果②：财政自给率与转移支付-经济关系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4206240" cy="3657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822960"/>
            <a:ext cx="466344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左：31省财政自给率排名。红/橙/蓝三色对应低/中/高三类自给率。上海84.8% → 西藏9.5%，差距悬殊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489204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8" name="Text 4"/>
          <p:cNvSpPr/>
          <p:nvPr/>
        </p:nvSpPr>
        <p:spPr>
          <a:xfrm>
            <a:off x="512064" y="489204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AI协作：geopandas + matplotlib 生成，气泡大小=人口量，颜色=自给率等级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结果③：三类财政自给率省份的关键指标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高自给率 ≥60%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依赖度: 13.9%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人均转移支付: 3,672元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人均GDP: 170,057元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上海、北京、广东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浙江、江苏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中自给率 35-60%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依赖度: 44.2%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人均转移支付: 7,729元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人均GDP: 90,195元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山东、福建、山西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内蒙古、辽宁等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2834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960120"/>
            <a:ext cx="26974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低自给率 &lt;35%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36208" y="16459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依赖度: 68.0%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人均转移支付: 19,916元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人均GDP: 64,863元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西藏、甘肃、青海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宁夏、黑龙江等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低自给率省份人均转移支付是高自给率的5.4倍 → 转移支付向财力薄弱地区倾斜。但人均GDP差距（17.0万 vs 6.5万）同样显著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475488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AI协作：AI自动计算三类均值并对齐结论 → 人补充政策解读：专项与一般性转移支付分配逻辑不同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结果④：全国趋势与逐年变化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438912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9768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206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全国平均依赖度从37.4%(2018)升至47.0%(2024)，增长约10个百分点。转移支付总额从6万亿增至10万亿，年均增速约9%。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逐年变化量 = 当年依赖度 − 上年依赖度。红色=加深依赖，蓝色=减轻依赖。多数中西部省份波动在±5个百分点之间。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493776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9" name="Text 5"/>
          <p:cNvSpPr/>
          <p:nvPr/>
        </p:nvSpPr>
        <p:spPr>
          <a:xfrm>
            <a:off x="512064" y="493776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AI协作：matplotlib折线+面积图 / geopandas 6子图红蓝时序变化量（设计由绝对值改为较上年差额）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结果⑤：统计检验 — 显著性验证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0"/>
            <a:ext cx="42062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05840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0" y="1005840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47091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 vs 自给率: r = -0.9749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298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近乎完全负相关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1664208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64208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16824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 vs 人均GDP: r = -0.7751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1956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强负相关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2322576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2322576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2340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ρ = -0.8129, p &lt; 0.001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26151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单调关系极显著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2980944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2980944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= 62.10, p &lt; 0.001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三类省份差异极显著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639312"/>
            <a:ext cx="4297680" cy="566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0" y="3639312"/>
            <a:ext cx="45720" cy="5669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3657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 两两比较 p &lt; 0.001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09160" y="39319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Bonferroni校正全部显著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" y="484632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AI协作：scipy Pearson/Spearman/ANOVA → 为描述性发现提供统计显著性支撑 → 增强结论可信度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结果⑥：面板固定效应回归与异质性分析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429768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9768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左：面板FE回归系数森林图 | ln(人均GDP)显著负向，ln(人口)显著正向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右：分位数回归系数变化 | 低依赖分位点GDP效应更强，高依赖分位点人口效应显著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1" name="Text 7"/>
          <p:cNvSpPr/>
          <p:nvPr/>
        </p:nvSpPr>
        <p:spPr>
          <a:xfrm>
            <a:off x="512064" y="484632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AI协作：linearmodels双向FE + statsmodels分位数回归 → 控制异质性 + 揭示分布异质性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结果⑦：时序演变与回归诊断检验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429768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9768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左：箱线图时序 | 依赖度中位数从37%升至47%，整体分布右移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右：三类省份趋势 | 高自给率稳定30%，低自给率持续攀升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1" name="Text 7"/>
          <p:cNvSpPr/>
          <p:nvPr/>
        </p:nvSpPr>
        <p:spPr>
          <a:xfrm>
            <a:off x="512064" y="4846320"/>
            <a:ext cx="8119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AI协作：VIF=1.01(无共线性) | BP检验(异方差→已用稳健SE) | Moran I=0.42***(空间聚集)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结论与政策启示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四大核心发现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均等化方向正确：低自给率省份人均转移支付是高自给率的5.4倍（p &lt; 0.001）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地区差距依然严峻：人均GDP京/甘相差4倍，转移支付托底但无法根本改变经济格局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整体依赖加深：全国平均依赖度从37%升至47%，地方税源建设仍是长期课题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三类划分有效：ANOVA F=62.10，组间差异极显著，分类施策具有统计依据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面板回归证实：ln(人均GDP)显著负向，经济越发达依赖度越低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空间聚集显著：Moran's I=0.42***，高依赖省份呈现空间集群特征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政策启示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分类优化转移支付：一般性向低自给率倾斜，专项引入绩效竞争机制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推动地方税源建设：培育地方主体税种，增强自主造血能力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7340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建立动态监测体系：面板数据年度跟踪，差异化帮扶避免一刀切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33924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考虑空间溢出效应：高依赖省份集群区域需协同政策支持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局限与展望：转移支付未区分一般性/专项 → 可引入空间滞后模型(SLM)量化溢出效应 → 对接教育/医疗等社会产出指标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方法论反思：AI辅助开发的实践启示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9144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C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 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累计指令/反馈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~1000行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Python代码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60120"/>
            <a:ext cx="256032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~4小时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从0到交付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AI降低技术门槛，人定义问题边界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选题方向、指标体系、结论判断均由人拍板。AI负责代码生成和技术实现，效率提升约8倍（30h→4h）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领域知识是不可替代的质量底线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计划单列市跳过规则、决算滞后回退逻辑、西藏88%依赖度的常识校验——人的判断是校准器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迭代优于一次到位，兜底方案至关重要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可视化模块5轮调试：Plotly→px.choropleth→go.Figure→geopandas PNG，CDP验证通过≠用户本地可用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计算思维的核心是问题分解与验证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分解→协作→验证的循环才是课程核心收获，工具（Python/AI）只是这一思维的载体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核心启示：AI降低了技术门槛，但问题定义权、数据理解力、结论判断力——因为AI的存在反而更加重要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中央—地方财政转移支付效果分析</dc:title>
  <dc:subject>PptxGenJS Presentation</dc:subject>
  <dc:creator>辛浩然</dc:creator>
  <cp:lastModifiedBy>辛浩然</cp:lastModifiedBy>
  <cp:revision>1</cp:revision>
  <dcterms:created xsi:type="dcterms:W3CDTF">2026-07-08T06:16:06Z</dcterms:created>
  <dcterms:modified xsi:type="dcterms:W3CDTF">2026-07-08T06:16:06Z</dcterms:modified>
</cp:coreProperties>
</file>